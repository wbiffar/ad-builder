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57"/>
    <p:restoredTop sz="94610"/>
  </p:normalViewPr>
  <p:slideViewPr>
    <p:cSldViewPr snapToGrid="0" snapToObjects="1">
      <p:cViewPr varScale="1">
        <p:scale>
          <a:sx n="301" d="100"/>
          <a:sy n="301" d="100"/>
        </p:scale>
        <p:origin x="576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871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114800" cy="4114800"/>
          </a:xfrm>
          <a:prstGeom prst="ellipse">
            <a:avLst/>
          </a:prstGeom>
          <a:solidFill>
            <a:srgbClr val="293548">
              <a:alpha val="45000"/>
            </a:srgbClr>
          </a:solidFill>
          <a:ln w="12700">
            <a:solidFill>
              <a:srgbClr val="29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863840" y="2926080"/>
            <a:ext cx="2286000" cy="2286000"/>
          </a:xfrm>
          <a:prstGeom prst="ellipse">
            <a:avLst/>
          </a:prstGeom>
          <a:solidFill>
            <a:srgbClr val="DCB05E">
              <a:alpha val="35000"/>
            </a:srgbClr>
          </a:solidFill>
          <a:ln w="12700">
            <a:solidFill>
              <a:srgbClr val="DCB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914400" y="3840480"/>
            <a:ext cx="2011680" cy="2011680"/>
          </a:xfrm>
          <a:prstGeom prst="ellipse">
            <a:avLst/>
          </a:prstGeom>
          <a:solidFill>
            <a:srgbClr val="293548">
              <a:alpha val="32000"/>
            </a:srgbClr>
          </a:solidFill>
          <a:ln w="12700">
            <a:solidFill>
              <a:srgbClr val="29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1828800" cy="274320"/>
          </a:xfrm>
          <a:prstGeom prst="rect">
            <a:avLst/>
          </a:prstGeom>
          <a:solidFill>
            <a:srgbClr val="F6E5B8"/>
          </a:solidFill>
          <a:ln w="12700">
            <a:solidFill>
              <a:srgbClr val="F6E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655B34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NEW FEATURE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Ad Builder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F6E5B8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Shared Folder Setup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3182112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D3DDEB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Enable multi-user access so your whole team can open, edit, and save any project file.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12A3A"/>
          </a:solidFill>
          <a:ln w="12700">
            <a:solidFill>
              <a:srgbClr val="21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6E5B8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Ad Creator  ·  Internal Team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F6E5B8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ONE-TIME SETUP PER PERSON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93548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Before You Start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7472" y="1444752"/>
            <a:ext cx="2651760" cy="327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7"/>
            </a:solidFill>
            <a:prstDash val="solid"/>
          </a:ln>
          <a:effectLst>
            <a:outerShdw blurRad="254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444752"/>
            <a:ext cx="2651760" cy="64008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30352" y="1673352"/>
            <a:ext cx="402336" cy="402336"/>
          </a:xfrm>
          <a:prstGeom prst="ellipse">
            <a:avLst/>
          </a:prstGeom>
          <a:solidFill>
            <a:srgbClr val="293548"/>
          </a:solidFill>
          <a:ln w="12700">
            <a:solidFill>
              <a:srgbClr val="29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" y="1673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0352" y="2249424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93548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Use Chrome or Edge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0352" y="2862072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14D45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Firefox and Safari don't support the browser API this feature uses. You'll see a small note where the controls should be if you open the app in an unsupported browser.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444752"/>
            <a:ext cx="2651760" cy="327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7"/>
            </a:solidFill>
            <a:prstDash val="solid"/>
          </a:ln>
          <a:effectLst>
            <a:outerShdw blurRad="254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1444752"/>
            <a:ext cx="2651760" cy="64008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383280" y="1673352"/>
            <a:ext cx="402336" cy="402336"/>
          </a:xfrm>
          <a:prstGeom prst="ellipse">
            <a:avLst/>
          </a:prstGeom>
          <a:solidFill>
            <a:srgbClr val="293548"/>
          </a:solidFill>
          <a:ln w="12700">
            <a:solidFill>
              <a:srgbClr val="29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83280" y="1673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83280" y="2249424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93548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Install Google Drive for Desktop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2862072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14D45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Download at google.com/drive/download and sign in. This makes AdBuilder appear as a normal local folder on your computer — the app talks to that local path.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53328" y="1444752"/>
            <a:ext cx="2651760" cy="327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7"/>
            </a:solidFill>
            <a:prstDash val="solid"/>
          </a:ln>
          <a:effectLst>
            <a:outerShdw blurRad="254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53328" y="1444752"/>
            <a:ext cx="2651760" cy="64008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36208" y="1673352"/>
            <a:ext cx="402336" cy="402336"/>
          </a:xfrm>
          <a:prstGeom prst="ellipse">
            <a:avLst/>
          </a:prstGeom>
          <a:solidFill>
            <a:srgbClr val="293548"/>
          </a:solidFill>
          <a:ln w="12700">
            <a:solidFill>
              <a:srgbClr val="29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36208" y="1673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36208" y="2249424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93548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Get Editor Access to AdBuilder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36208" y="2862072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14D45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In Drive on the web, open AdBuilder and add a shortcut to My Drive so it syncs locally. Quick check: it should appear under your Google Drive folder on disk.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F6E5B8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ONE-TIME PER BROWSER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93548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Connecting the Folder in the App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26464"/>
            <a:ext cx="402336" cy="402336"/>
          </a:xfrm>
          <a:prstGeom prst="ellipse">
            <a:avLst/>
          </a:prstGeom>
          <a:solidFill>
            <a:srgbClr val="293548"/>
          </a:solidFill>
          <a:ln w="12700">
            <a:solidFill>
              <a:srgbClr val="29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426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138988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62116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Open Ad Creator. In the left sidebar, find the Shared Folder card.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9496" y="1828800"/>
            <a:ext cx="54864" cy="338328"/>
          </a:xfrm>
          <a:prstGeom prst="rect">
            <a:avLst/>
          </a:prstGeom>
          <a:solidFill>
            <a:srgbClr val="DBDAD7"/>
          </a:solidFill>
          <a:ln w="12700">
            <a:solidFill>
              <a:srgbClr val="DBDA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203704"/>
            <a:ext cx="402336" cy="402336"/>
          </a:xfrm>
          <a:prstGeom prst="ellipse">
            <a:avLst/>
          </a:prstGeom>
          <a:solidFill>
            <a:srgbClr val="293548"/>
          </a:solidFill>
          <a:ln w="12700">
            <a:solidFill>
              <a:srgbClr val="29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2203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32688" y="216712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62116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Click "Connect Google Drive folder".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9496" y="2606040"/>
            <a:ext cx="54864" cy="338328"/>
          </a:xfrm>
          <a:prstGeom prst="rect">
            <a:avLst/>
          </a:prstGeom>
          <a:solidFill>
            <a:srgbClr val="DBDAD7"/>
          </a:solidFill>
          <a:ln w="12700">
            <a:solidFill>
              <a:srgbClr val="DBDA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980944"/>
            <a:ext cx="402336" cy="402336"/>
          </a:xfrm>
          <a:prstGeom prst="ellipse">
            <a:avLst/>
          </a:prstGeom>
          <a:solidFill>
            <a:srgbClr val="293548"/>
          </a:solidFill>
          <a:ln w="12700">
            <a:solidFill>
              <a:srgbClr val="29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980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32688" y="294436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62116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A native file picker opens. Navigate to AdBuilder inside your local Google Drive folder and choose it.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9496" y="3383280"/>
            <a:ext cx="54864" cy="338328"/>
          </a:xfrm>
          <a:prstGeom prst="rect">
            <a:avLst/>
          </a:prstGeom>
          <a:solidFill>
            <a:srgbClr val="DBDAD7"/>
          </a:solidFill>
          <a:ln w="12700">
            <a:solidFill>
              <a:srgbClr val="DBDA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758184"/>
            <a:ext cx="402336" cy="402336"/>
          </a:xfrm>
          <a:prstGeom prst="ellipse">
            <a:avLst/>
          </a:prstGeom>
          <a:solidFill>
            <a:srgbClr val="293548"/>
          </a:solidFill>
          <a:ln w="12700">
            <a:solidFill>
              <a:srgbClr val="29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3758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32688" y="372160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62116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Browser asks for permission. Choose "Edit" — not "View". Without edit access the app can't save to AdBuilder.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80760" y="1325880"/>
            <a:ext cx="2697480" cy="347472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  <a:prstDash val="solid"/>
          </a:ln>
          <a:effectLst>
            <a:outerShdw blurRad="254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693408" y="1645920"/>
            <a:ext cx="1463040" cy="1463040"/>
          </a:xfrm>
          <a:prstGeom prst="ellipse">
            <a:avLst/>
          </a:prstGeom>
          <a:solidFill>
            <a:srgbClr val="3C4D69">
              <a:alpha val="60000"/>
            </a:srgbClr>
          </a:solidFill>
          <a:ln w="12700">
            <a:solidFill>
              <a:srgbClr val="3C4D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995160" y="1947672"/>
            <a:ext cx="859536" cy="859536"/>
          </a:xfrm>
          <a:prstGeom prst="ellipse">
            <a:avLst/>
          </a:prstGeom>
          <a:solidFill>
            <a:srgbClr val="DCB05E"/>
          </a:solidFill>
          <a:ln w="12700">
            <a:solidFill>
              <a:srgbClr val="DCB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068312" y="2395728"/>
            <a:ext cx="713232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068312" y="2212848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196328" y="213055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434072" y="2212848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72200" y="30175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You're connected!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217920" y="34747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6E5B8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AdBuilder appears in the sidebar with a Cloud icon next to the folder name.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80760" y="4251960"/>
            <a:ext cx="2697480" cy="548640"/>
          </a:xfrm>
          <a:prstGeom prst="rect">
            <a:avLst/>
          </a:prstGeom>
          <a:solidFill>
            <a:srgbClr val="F6E5B8">
              <a:alpha val="85000"/>
            </a:srgbClr>
          </a:solidFill>
          <a:ln w="12700">
            <a:solidFill>
              <a:srgbClr val="F6E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172200" y="42519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55B34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Disconnect anytime from the sidebar card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F6E5B8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DAY-TO-DAY USAGE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93548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Saving Your Work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7472" y="1481328"/>
            <a:ext cx="2606040" cy="3218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7"/>
            </a:solidFill>
            <a:prstDash val="solid"/>
          </a:ln>
          <a:effectLst>
            <a:outerShdw blurRad="254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481328"/>
            <a:ext cx="2606040" cy="64008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2064" y="166420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93548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12064" y="225856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93548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Make your ad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12064" y="2871216"/>
            <a:ext cx="2331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14D45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In the Current Ad card at the top of the sidebar, click Save — or Save new if it's a brand-new ad.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99232" y="3090672"/>
            <a:ext cx="182880" cy="0"/>
          </a:xfrm>
          <a:prstGeom prst="line">
            <a:avLst/>
          </a:prstGeom>
          <a:noFill/>
          <a:ln w="25400">
            <a:solidFill>
              <a:srgbClr val="29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481328"/>
            <a:ext cx="2606040" cy="3218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7"/>
            </a:solidFill>
            <a:prstDash val="solid"/>
          </a:ln>
          <a:effectLst>
            <a:outerShdw blurRad="254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1481328"/>
            <a:ext cx="2606040" cy="64008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64992" y="166420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93548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64992" y="225856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93548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File drops to AdBuilder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64992" y="2871216"/>
            <a:ext cx="2331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14D45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The ad writes to your local IndexedDB and a .json file lands in the AdBuilder Drive folder.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52160" y="3090672"/>
            <a:ext cx="182880" cy="0"/>
          </a:xfrm>
          <a:prstGeom prst="line">
            <a:avLst/>
          </a:prstGeom>
          <a:noFill/>
          <a:ln w="25400">
            <a:solidFill>
              <a:srgbClr val="29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53328" y="1481328"/>
            <a:ext cx="2606040" cy="3218688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  <a:prstDash val="solid"/>
          </a:ln>
          <a:effectLst>
            <a:outerShdw blurRad="254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53328" y="1481328"/>
            <a:ext cx="2606040" cy="64008"/>
          </a:xfrm>
          <a:prstGeom prst="rect">
            <a:avLst/>
          </a:prstGeom>
          <a:solidFill>
            <a:srgbClr val="DCB05E"/>
          </a:solidFill>
          <a:ln w="12700">
            <a:solidFill>
              <a:srgbClr val="DCB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17920" y="166420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2BA60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217920" y="225856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Drive syncs automatically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17920" y="2871216"/>
            <a:ext cx="2331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6E5B8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Within seconds the file is on every teammate's machine. The Cloud icon confirms it lives in the shared folder.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F6E5B8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DAY-TO-DAY USAGE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93548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Opening a Teammate's Ad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90472"/>
            <a:ext cx="402336" cy="402336"/>
          </a:xfrm>
          <a:prstGeom prst="ellipse">
            <a:avLst/>
          </a:prstGeom>
          <a:solidFill>
            <a:srgbClr val="293548"/>
          </a:solidFill>
          <a:ln w="12700">
            <a:solidFill>
              <a:srgbClr val="29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490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144475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62116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Click "Open ad" in the Current Ad card.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404872"/>
            <a:ext cx="402336" cy="402336"/>
          </a:xfrm>
          <a:prstGeom prst="ellipse">
            <a:avLst/>
          </a:prstGeom>
          <a:solidFill>
            <a:srgbClr val="293548"/>
          </a:solidFill>
          <a:ln w="12700">
            <a:solidFill>
              <a:srgbClr val="29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404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235915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62116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The picker lists ads grouped into Shared folder (synced from AdBuilder) and On this device (local only). Each row shows last updated time. Search by name.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319272"/>
            <a:ext cx="402336" cy="402336"/>
          </a:xfrm>
          <a:prstGeom prst="ellipse">
            <a:avLst/>
          </a:prstGeom>
          <a:solidFill>
            <a:srgbClr val="293548"/>
          </a:solidFill>
          <a:ln w="12700">
            <a:solidFill>
              <a:srgbClr val="29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3319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96112" y="327355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62116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Click an ad to open it. Your edits aren't visible to others until you click Save.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97880" y="1234440"/>
            <a:ext cx="29260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7"/>
            </a:solidFill>
            <a:prstDash val="solid"/>
          </a:ln>
          <a:effectLst>
            <a:outerShdw blurRad="254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897880" y="1234440"/>
            <a:ext cx="2926080" cy="41148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35040" y="1234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Open Ad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35040" y="1755648"/>
            <a:ext cx="2651760" cy="274320"/>
          </a:xfrm>
          <a:prstGeom prst="rect">
            <a:avLst/>
          </a:prstGeom>
          <a:solidFill>
            <a:srgbClr val="FBF7EF"/>
          </a:solidFill>
          <a:ln w="12700">
            <a:solidFill>
              <a:srgbClr val="DBDA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26480" y="17556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FADAA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Search ads...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35040" y="21488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293548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SHARED FOLDER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35040" y="2423160"/>
            <a:ext cx="2651760" cy="310896"/>
          </a:xfrm>
          <a:prstGeom prst="rect">
            <a:avLst/>
          </a:prstGeom>
          <a:solidFill>
            <a:srgbClr val="FBF7EF"/>
          </a:solidFill>
          <a:ln w="12700">
            <a:solidFill>
              <a:srgbClr val="E2BA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80760" y="2505456"/>
            <a:ext cx="146304" cy="146304"/>
          </a:xfrm>
          <a:prstGeom prst="ellipse">
            <a:avLst/>
          </a:prstGeom>
          <a:solidFill>
            <a:srgbClr val="293548"/>
          </a:solidFill>
          <a:ln w="12700">
            <a:solidFill>
              <a:srgbClr val="29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00216" y="24231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93548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Q2 Banner Campaign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165592" y="242316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ADAA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2m ago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35040" y="2770632"/>
            <a:ext cx="26517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80760" y="2852928"/>
            <a:ext cx="146304" cy="146304"/>
          </a:xfrm>
          <a:prstGeom prst="ellipse">
            <a:avLst/>
          </a:prstGeom>
          <a:solidFill>
            <a:srgbClr val="293548"/>
          </a:solidFill>
          <a:ln w="12700">
            <a:solidFill>
              <a:srgbClr val="29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00216" y="27706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62116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Homepage Hero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65592" y="277063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ADAA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1h ago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35040" y="3118104"/>
            <a:ext cx="26517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080760" y="3200400"/>
            <a:ext cx="146304" cy="146304"/>
          </a:xfrm>
          <a:prstGeom prst="ellipse">
            <a:avLst/>
          </a:prstGeom>
          <a:solidFill>
            <a:srgbClr val="293548"/>
          </a:solidFill>
          <a:ln w="12700">
            <a:solidFill>
              <a:srgbClr val="29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00216" y="311810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62116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Summer Sale Set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165592" y="311810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ADAA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3h ago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35040" y="35204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63605B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ON THIS DEVICE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35040" y="3794760"/>
            <a:ext cx="26517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080760" y="3877056"/>
            <a:ext cx="146304" cy="146304"/>
          </a:xfrm>
          <a:prstGeom prst="ellipse">
            <a:avLst/>
          </a:prstGeom>
          <a:solidFill>
            <a:srgbClr val="AFADAA"/>
          </a:solidFill>
          <a:ln w="12700">
            <a:solidFill>
              <a:srgbClr val="AFAD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300216" y="37947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14D45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My Draft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165592" y="379476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ADAA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5h ago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35040" y="4544568"/>
            <a:ext cx="2651760" cy="310896"/>
          </a:xfrm>
          <a:prstGeom prst="rect">
            <a:avLst/>
          </a:prstGeom>
          <a:solidFill>
            <a:srgbClr val="FBF7EF"/>
          </a:solidFill>
          <a:ln w="12700">
            <a:solidFill>
              <a:srgbClr val="29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035040" y="454456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93548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+ New blank ad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F6E5B8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DAY-TO-DAY USAGE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93548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Other Actions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7472" y="1444752"/>
            <a:ext cx="2651760" cy="327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7"/>
            </a:solidFill>
            <a:prstDash val="solid"/>
          </a:ln>
          <a:effectLst>
            <a:outerShdw blurRad="254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444752"/>
            <a:ext cx="2651760" cy="64008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30352" y="1673352"/>
            <a:ext cx="548640" cy="548640"/>
          </a:xfrm>
          <a:prstGeom prst="ellipse">
            <a:avLst/>
          </a:prstGeom>
          <a:solidFill>
            <a:srgbClr val="293548"/>
          </a:solidFill>
          <a:ln w="12700">
            <a:solidFill>
              <a:srgbClr val="29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30352" y="237744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93548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Starting Fresh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0352" y="2944368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14D45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In the picker, click "+ New blank ad" to start from defaults. It won't be in AdBuilder until you save.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444752"/>
            <a:ext cx="2651760" cy="327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7"/>
            </a:solidFill>
            <a:prstDash val="solid"/>
          </a:ln>
          <a:effectLst>
            <a:outerShdw blurRad="254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1444752"/>
            <a:ext cx="2651760" cy="64008"/>
          </a:xfrm>
          <a:prstGeom prst="rect">
            <a:avLst/>
          </a:prstGeom>
          <a:solidFill>
            <a:srgbClr val="C24C62"/>
          </a:solidFill>
          <a:ln w="12700">
            <a:solidFill>
              <a:srgbClr val="C24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383280" y="1673352"/>
            <a:ext cx="548640" cy="548640"/>
          </a:xfrm>
          <a:prstGeom prst="ellipse">
            <a:avLst/>
          </a:prstGeom>
          <a:solidFill>
            <a:srgbClr val="C24C62"/>
          </a:solidFill>
          <a:ln w="12700">
            <a:solidFill>
              <a:srgbClr val="C24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83280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383280" y="237744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93548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Deleting an Ad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83280" y="2944368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14D45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Click the trash icon next to any ad in the picker. If it was in AdBuilder, the .json is removed for everyone on next Drive sync.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53328" y="1444752"/>
            <a:ext cx="2651760" cy="327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7"/>
            </a:solidFill>
            <a:prstDash val="solid"/>
          </a:ln>
          <a:effectLst>
            <a:outerShdw blurRad="254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53328" y="1444752"/>
            <a:ext cx="2651760" cy="64008"/>
          </a:xfrm>
          <a:prstGeom prst="rect">
            <a:avLst/>
          </a:prstGeom>
          <a:solidFill>
            <a:srgbClr val="DCB05E"/>
          </a:solidFill>
          <a:ln w="12700">
            <a:solidFill>
              <a:srgbClr val="DCB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36208" y="1673352"/>
            <a:ext cx="548640" cy="548640"/>
          </a:xfrm>
          <a:prstGeom prst="ellipse">
            <a:avLst/>
          </a:prstGeom>
          <a:solidFill>
            <a:srgbClr val="DCB05E"/>
          </a:solidFill>
          <a:ln w="12700">
            <a:solidFill>
              <a:srgbClr val="DCB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36208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!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36208" y="237744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93548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Unsaved Changes Safety Net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36208" y="2944368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14D45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If you try to switch ads before saving, the app prompts: Save &amp; continue, Discard, or Cancel. "Save &amp; continue" pushes your edits to AdBuilder first.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F6E5B8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TROUBLESHOOTING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93548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What to Do If Something Goes Wrong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7472" y="1417320"/>
            <a:ext cx="418795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7"/>
            </a:solidFill>
            <a:prstDash val="solid"/>
          </a:ln>
          <a:effectLst>
            <a:outerShdw blurRad="254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417320"/>
            <a:ext cx="64008" cy="1627632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527048"/>
            <a:ext cx="3867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93548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"Reconnect folder" after reload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929384"/>
            <a:ext cx="3867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14D45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Browsers don't keep folder permission across sessions. Click Reconnect folder, pick AdBuilder, and choose Edit. Click Disconnect to remove it entirely.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09744" y="1417320"/>
            <a:ext cx="418795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7"/>
            </a:solidFill>
            <a:prstDash val="solid"/>
          </a:ln>
          <a:effectLst>
            <a:outerShdw blurRad="254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09744" y="1417320"/>
            <a:ext cx="64008" cy="1627632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10912" y="1527048"/>
            <a:ext cx="3867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93548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Permission prompt only offers "View"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10912" y="1929384"/>
            <a:ext cx="3867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14D45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Make sure you have Editor permission on AdBuilder in Drive, and that it's synced to your local Drive — not just a 'Shared with me' link.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7472" y="3227832"/>
            <a:ext cx="418795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7"/>
            </a:solidFill>
            <a:prstDash val="solid"/>
          </a:ln>
          <a:effectLst>
            <a:outerShdw blurRad="254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7472" y="3227832"/>
            <a:ext cx="64008" cy="1627632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337560"/>
            <a:ext cx="3867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93548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Teammate doesn't see your saved ad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739896"/>
            <a:ext cx="3867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14D45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Check that Drive has finished syncing (Drive icon shows a check, not arrows). Then have them click Open ad again — the list reads AdBuilder fresh each time.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09744" y="3227832"/>
            <a:ext cx="418795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7"/>
            </a:solidFill>
            <a:prstDash val="solid"/>
          </a:ln>
          <a:effectLst>
            <a:outerShdw blurRad="254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09744" y="3227832"/>
            <a:ext cx="64008" cy="1627632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10912" y="3337560"/>
            <a:ext cx="3867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93548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Edit collision — last write wins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10912" y="3739896"/>
            <a:ext cx="3867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14D45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Two people saving the same ad will overwrite each other with no merge. Give teammates a heads-up in chat before editing an in-progress ad.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02920" y="658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55B34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ONE THING TO KNOW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AdBuilder is Synced,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Not Realtime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59232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6E5B8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You won't see a teammate's edits stream in live — you see them when: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337560"/>
            <a:ext cx="384048" cy="384048"/>
          </a:xfrm>
          <a:prstGeom prst="ellipse">
            <a:avLst/>
          </a:prstGeom>
          <a:solidFill>
            <a:srgbClr val="DCB05E"/>
          </a:solidFill>
          <a:ln w="12700">
            <a:solidFill>
              <a:srgbClr val="DCB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2116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33558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They click Save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10128" y="3337560"/>
            <a:ext cx="384048" cy="384048"/>
          </a:xfrm>
          <a:prstGeom prst="ellipse">
            <a:avLst/>
          </a:prstGeom>
          <a:solidFill>
            <a:srgbClr val="DCB05E"/>
          </a:solidFill>
          <a:ln w="12700">
            <a:solidFill>
              <a:srgbClr val="DCB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10128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2116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85616" y="33558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Drive syncs the file to your machine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63056" y="3337560"/>
            <a:ext cx="384048" cy="384048"/>
          </a:xfrm>
          <a:prstGeom prst="ellipse">
            <a:avLst/>
          </a:prstGeom>
          <a:solidFill>
            <a:srgbClr val="DCB05E"/>
          </a:solidFill>
          <a:ln w="12700">
            <a:solidFill>
              <a:srgbClr val="DCB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63056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2116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38544" y="33558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You open the picker next time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0645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D3DDEB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In practice that's a few seconds of lag — fine for handoff, but not simultaneous editing.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12A3A"/>
          </a:solidFill>
          <a:ln w="12700">
            <a:solidFill>
              <a:srgbClr val="21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6E5B8"/>
                </a:solidFill>
                <a:latin typeface="DM Sans 14pt" pitchFamily="34" charset="0"/>
                <a:ea typeface="DM Sans 14pt" pitchFamily="34" charset="-122"/>
                <a:cs typeface="DM Sans 14pt" pitchFamily="34" charset="-120"/>
              </a:rPr>
              <a:t>Questions? Post in #ad-builder  ·  Ad Creator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772</Words>
  <Application>Microsoft Macintosh PowerPoint</Application>
  <PresentationFormat>On-screen Show (16:9)</PresentationFormat>
  <Paragraphs>102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DM Sans 14pt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 Builder: Shared Folder Setup</dc:title>
  <dc:subject>PptxGenJS Presentation</dc:subject>
  <dc:creator>PptxGenJS</dc:creator>
  <cp:lastModifiedBy>Wes Biffar</cp:lastModifiedBy>
  <cp:revision>2</cp:revision>
  <dcterms:created xsi:type="dcterms:W3CDTF">2026-05-29T14:44:11Z</dcterms:created>
  <dcterms:modified xsi:type="dcterms:W3CDTF">2026-05-29T14:56:48Z</dcterms:modified>
</cp:coreProperties>
</file>